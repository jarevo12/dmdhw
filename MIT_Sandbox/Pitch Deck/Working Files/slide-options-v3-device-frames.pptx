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DEMO SLIDE - OPTION B: DEVICE FRAMES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"/>
            <a:ext cx="658368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DEMO SLIDE - OPTION B: DEVICE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Product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Experience Axiom Forge 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CFF00"/>
                </a:solidFill>
                <a:latin typeface="Arial Black"/>
              </a:rPr>
              <a:t>Onboarding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6635" y="2651760"/>
            <a:ext cx="2743200" cy="4572000"/>
          </a:xfrm>
          <a:prstGeom prst="roundRect">
            <a:avLst/>
          </a:prstGeom>
          <a:solidFill>
            <a:srgbClr val="00000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13483" y="2560320"/>
            <a:ext cx="2743200" cy="4572000"/>
          </a:xfrm>
          <a:prstGeom prst="roundRect">
            <a:avLst/>
          </a:prstGeom>
          <a:solidFill>
            <a:srgbClr val="1A1A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23211" y="2670048"/>
            <a:ext cx="2523744" cy="4352544"/>
          </a:xfrm>
          <a:prstGeom prst="roundRect">
            <a:avLst/>
          </a:prstGeom>
          <a:solidFill>
            <a:srgbClr val="0A0A0A"/>
          </a:solidFill>
          <a:ln w="3175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30809" y="2800624"/>
            <a:ext cx="908547" cy="261152"/>
          </a:xfrm>
          <a:prstGeom prst="roundRect">
            <a:avLst/>
          </a:prstGeom>
          <a:solidFill>
            <a:srgbClr val="00000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30809" y="4392046"/>
            <a:ext cx="908547" cy="908547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3076058" y="4646439"/>
            <a:ext cx="254393" cy="290735"/>
          </a:xfrm>
          <a:prstGeom prst="triangl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3211" y="6611112"/>
            <a:ext cx="2523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Arial"/>
              </a:rPr>
              <a:t>Watch: 45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14884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78BFA"/>
                </a:solidFill>
                <a:latin typeface="Arial Black"/>
              </a:rPr>
              <a:t>App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8163" y="2651760"/>
            <a:ext cx="2743200" cy="4572000"/>
          </a:xfrm>
          <a:prstGeom prst="roundRect">
            <a:avLst/>
          </a:prstGeom>
          <a:solidFill>
            <a:srgbClr val="00000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35011" y="2560320"/>
            <a:ext cx="2743200" cy="4572000"/>
          </a:xfrm>
          <a:prstGeom prst="roundRect">
            <a:avLst/>
          </a:prstGeom>
          <a:solidFill>
            <a:srgbClr val="1A1A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44739" y="2670048"/>
            <a:ext cx="2523744" cy="4352544"/>
          </a:xfrm>
          <a:prstGeom prst="roundRect">
            <a:avLst/>
          </a:prstGeom>
          <a:solidFill>
            <a:srgbClr val="0A0A0A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52337" y="2800624"/>
            <a:ext cx="908547" cy="261152"/>
          </a:xfrm>
          <a:prstGeom prst="roundRect">
            <a:avLst/>
          </a:prstGeom>
          <a:solidFill>
            <a:srgbClr val="00000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52337" y="4392046"/>
            <a:ext cx="908547" cy="908547"/>
          </a:xfrm>
          <a:prstGeom prst="ellipse">
            <a:avLst/>
          </a:prstGeom>
          <a:solidFill>
            <a:srgbClr val="0A0A0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8897585" y="4646439"/>
            <a:ext cx="254393" cy="290735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739" y="6611112"/>
            <a:ext cx="2523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Arial"/>
              </a:rPr>
              <a:t>Watch: 2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9767" y="5669280"/>
            <a:ext cx="5852160" cy="868680"/>
          </a:xfrm>
          <a:prstGeom prst="rect">
            <a:avLst/>
          </a:prstGeom>
          <a:solidFill>
            <a:srgbClr val="141A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69767" y="576072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CCFF00"/>
                </a:solidFill>
                <a:latin typeface="Arial Black"/>
              </a:rPr>
              <a:t>Try It Yourself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69767" y="608076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Arial"/>
              </a:rPr>
              <a:t>No download required - works in your browser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81447" y="6236208"/>
            <a:ext cx="1828800" cy="2743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 Black"/>
              </a:rPr>
              <a:t>LAUNCH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