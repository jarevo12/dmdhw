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277295" y="457200"/>
            <a:ext cx="731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7023" y="910742"/>
            <a:ext cx="512063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82120" y="764438"/>
            <a:ext cx="329184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7218" y="618134"/>
            <a:ext cx="131673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</a:rPr>
              <a:t>OPTION 1: SPLIT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Courier New"/>
              </a:rPr>
              <a:t>// END OF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 Black"/>
              </a:rPr>
              <a:t>THANK YOU FOR ARRIVING THIS FAR.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  <a:latin typeface="Arial"/>
              </a:rPr>
              <a:t>Axiom Forge is ready to use. Experience the system that turns intent into identity.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27432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Courier New"/>
              </a:defRPr>
            </a:pPr>
            <a:r>
              <a:t>TRY THE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571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FF00"/>
                </a:solidFill>
                <a:latin typeface="Courier New"/>
              </a:rPr>
              <a:t>// SPOILER ALERT: YOUR FIRST MINDSET PILL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7771" y="2011680"/>
            <a:ext cx="4572000" cy="4114800"/>
          </a:xfrm>
          <a:prstGeom prst="rect">
            <a:avLst/>
          </a:prstGeom>
          <a:solidFill>
            <a:srgbClr val="0A0A0A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7771" y="2743200"/>
            <a:ext cx="4572000" cy="254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091" y="22402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FF00"/>
                </a:solidFill>
                <a:latin typeface="Arial Black"/>
              </a:rPr>
              <a:t>DAILY MENTALITY PILL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131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091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CFF00"/>
                </a:solidFill>
                <a:latin typeface="Arial Black"/>
              </a:rPr>
              <a:t>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091" y="365760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urier New"/>
              </a:rPr>
              <a:t>HERE'S THE BIG CHALLENGE OF LIFE. YOU CAN HAVE MORE THAN YOU'VE GOT BECAUSE YOU CAN BECOME MORE THAN YOU 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091" y="49377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ourier New"/>
              </a:rPr>
              <a:t>AND OF COURSE THE OTHER SIDE OF THE COIN READS, UNLESS YOU CHANGE HOW YOU ARE, YOU'LL ALWAYS HAVE WHAT YOU GOT.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091" y="5029200"/>
            <a:ext cx="4023360" cy="82296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091" y="5029200"/>
            <a:ext cx="45720" cy="82296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4971" y="5212080"/>
            <a:ext cx="457200" cy="457200"/>
          </a:xfrm>
          <a:prstGeom prst="rect">
            <a:avLst/>
          </a:prstGeom>
          <a:solidFill>
            <a:srgbClr val="CCFF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4971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 Black"/>
              </a:rPr>
              <a:t>JR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051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 Black"/>
              </a:rPr>
              <a:t>JIM ROHN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051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0C0"/>
                </a:solidFill>
                <a:latin typeface="Arial"/>
              </a:rPr>
              <a:t>ENTREPRENEUR &amp; SPEAKER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277295" y="457200"/>
            <a:ext cx="731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7023" y="910742"/>
            <a:ext cx="512063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82120" y="764438"/>
            <a:ext cx="329184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7218" y="618134"/>
            <a:ext cx="131673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</a:rPr>
              <a:t>OPTION 2: PRODUCT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731520"/>
            <a:ext cx="3200400" cy="5943600"/>
          </a:xfrm>
          <a:prstGeom prst="roundRect">
            <a:avLst/>
          </a:prstGeom>
          <a:solidFill>
            <a:srgbClr val="000000"/>
          </a:solidFill>
          <a:ln w="508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0" y="868680"/>
            <a:ext cx="2926080" cy="5669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731520"/>
            <a:ext cx="1097280" cy="27432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325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 Black"/>
              </a:rPr>
              <a:t>MINDSET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691640"/>
            <a:ext cx="2926080" cy="127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8745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FF00"/>
                </a:solidFill>
                <a:latin typeface="Courier New"/>
              </a:rPr>
              <a:t>// DAILY PILL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4884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ourier New"/>
              </a:rPr>
              <a:t>"You can have more than you've got because you can become more than you are."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3520440"/>
            <a:ext cx="2560320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48840" y="3520440"/>
            <a:ext cx="45720" cy="457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 Black"/>
              </a:rPr>
              <a:t>JIM ROHN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630168"/>
            <a:ext cx="228600" cy="2286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425196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  <a:latin typeface="Courier New"/>
              </a:rPr>
              <a:t>// REFLECTION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4526280"/>
            <a:ext cx="256032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46177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How does this apply to you?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232"/>
                </a:solidFill>
                <a:latin typeface="Arial"/>
              </a:rPr>
              <a:t>★ ★ ★ ★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 Black"/>
              </a:rPr>
              <a:t>Start building your
Axiom today.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38404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  <a:latin typeface="Arial"/>
              </a:rPr>
              <a:t>Join the closed beta to unlock the full system, including daily mindset pills and smart routine tracking.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047" y="5029200"/>
            <a:ext cx="27432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Courier New"/>
              </a:defRPr>
            </a:pPr>
            <a:r>
              <a:t>LAUNCH PROTOTYPE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047" y="5943600"/>
            <a:ext cx="4572000" cy="127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047" y="6035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Javier Serrano
MIT Sandbox
javier@axiomforge.app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</a:rPr>
              <a:t>OPTION 3: PHILOSOPHY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78BFA"/>
                </a:solidFill>
                <a:latin typeface="Courier New"/>
              </a:rPr>
              <a:t>// YOUR FIRST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38247" y="2011680"/>
            <a:ext cx="50800" cy="731520"/>
          </a:xfrm>
          <a:prstGeom prst="rect">
            <a:avLst/>
          </a:prstGeom>
          <a:solidFill>
            <a:srgbClr val="CC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8247" y="2011680"/>
            <a:ext cx="731520" cy="50800"/>
          </a:xfrm>
          <a:prstGeom prst="rect">
            <a:avLst/>
          </a:prstGeom>
          <a:solidFill>
            <a:srgbClr val="CC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447" y="3383280"/>
            <a:ext cx="50800" cy="731520"/>
          </a:xfrm>
          <a:prstGeom prst="rect">
            <a:avLst/>
          </a:prstGeom>
          <a:solidFill>
            <a:srgbClr val="CC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21927" y="4114800"/>
            <a:ext cx="731520" cy="50800"/>
          </a:xfrm>
          <a:prstGeom prst="rect">
            <a:avLst/>
          </a:prstGeom>
          <a:solidFill>
            <a:srgbClr val="CC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8247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 Black"/>
              </a:rPr>
              <a:t>"UNLESS YOU CHANGE HOW YOU ARE, YOU'LL ALWAYS HAVE WHAT YOU GOT."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8247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FF00"/>
                </a:solidFill>
                <a:latin typeface="Arial"/>
              </a:rPr>
              <a:t>—JIM ROHN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0C0C0"/>
                </a:solidFill>
                <a:latin typeface="Arial"/>
              </a:rPr>
              <a:t>Thank you for your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9767" y="5943600"/>
            <a:ext cx="27432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Courier New"/>
              </a:defRPr>
            </a:pPr>
            <a:r>
              <a:t>TRY AXIOM FORGE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5943600"/>
            <a:ext cx="2743200" cy="731520"/>
          </a:xfrm>
          <a:prstGeom prst="rect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ourier New"/>
              </a:defRPr>
            </a:pPr>
            <a:r>
              <a:t>CONTACT FOUNDER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277295" y="457200"/>
            <a:ext cx="731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7023" y="910742"/>
            <a:ext cx="512063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82120" y="764438"/>
            <a:ext cx="329184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7218" y="618134"/>
            <a:ext cx="131673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</a:rPr>
              <a:t>OPTION 4: SYSTEM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 Black"/>
              </a:rPr>
              <a:t>SYSTEM INITIALIZATION 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28800"/>
            <a:ext cx="8229600" cy="4114800"/>
          </a:xfrm>
          <a:prstGeom prst="rect">
            <a:avLst/>
          </a:prstGeom>
          <a:solidFill>
            <a:srgbClr val="0A0A0A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81047" y="1828800"/>
            <a:ext cx="8229600" cy="36576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63927" y="1938528"/>
            <a:ext cx="137160" cy="13716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92527" y="1938528"/>
            <a:ext cx="137160" cy="13716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21127" y="1938528"/>
            <a:ext cx="137160" cy="13716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5447" y="1874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Courier New"/>
              </a:rPr>
              <a:t>axiom-forge -- init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5367" y="2377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ourier New"/>
              </a:rPr>
              <a:t>➜ loading routines... [OK]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5367" y="2606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ourier New"/>
              </a:rPr>
              <a:t>➜ connecting behavioral_insights... [OK]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5367" y="2834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ourier New"/>
              </a:rPr>
              <a:t>➜ generating mindset_pill_001... [DONE]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5367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FF00"/>
                </a:solidFill>
                <a:latin typeface="Courier New"/>
              </a:rPr>
              <a:t>OUTPUT RECEIVED: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5367" y="3520440"/>
            <a:ext cx="45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8247" y="35204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urier New"/>
              </a:rPr>
              <a:t>"Here's the big challenge of life. You can have more than you've got because you can become more than you are."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8247" y="42519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78BFA"/>
                </a:solidFill>
                <a:latin typeface="Courier New"/>
              </a:rPr>
              <a:t>&gt;&gt; Jim Rohn, Entrepreneur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5367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ourier New"/>
              </a:rPr>
              <a:t>➜ ready for user input_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8487" y="4892040"/>
            <a:ext cx="109728" cy="2286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24247" y="6217920"/>
            <a:ext cx="27432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Courier New"/>
              </a:defRPr>
            </a:pPr>
            <a:r>
              <a:t>LAUNCH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277295" y="457200"/>
            <a:ext cx="7315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7023" y="910742"/>
            <a:ext cx="512063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82120" y="764438"/>
            <a:ext cx="329184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77218" y="618134"/>
            <a:ext cx="131673" cy="11704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Arial"/>
              </a:rPr>
              <a:t>OPTION 5: CARD REVEAL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FF00"/>
                </a:solidFill>
                <a:latin typeface="Courier New"/>
              </a:rPr>
              <a:t>// PROTOTYPE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 Black"/>
              </a:rPr>
              <a:t>FROM THEORY TO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C0C0"/>
                </a:solidFill>
                <a:latin typeface="Arial"/>
              </a:rPr>
              <a:t>We've built the engine. Now we need the fuel.
Thank you for reviewing Axiom Forge.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29200"/>
            <a:ext cx="25400" cy="73152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Arial"/>
              </a:rPr>
              <a:t>Javier Serrano
MIT Sandbox | Winter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943600"/>
            <a:ext cx="27432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  <a:latin typeface="Courier New"/>
              </a:defRPr>
            </a:pPr>
            <a:r>
              <a:t>OPEN PROTOTYPE</a:t>
            </a:r>
          </a:p>
        </p:txBody>
      </p:sp>
      <p:sp>
        <p:nvSpPr>
          <p:cNvPr id="13" name="Rectangle 12"/>
          <p:cNvSpPr/>
          <p:nvPr/>
        </p:nvSpPr>
        <p:spPr>
          <a:xfrm rot="21240000">
            <a:off x="7452131" y="2331720"/>
            <a:ext cx="4114800" cy="2560320"/>
          </a:xfrm>
          <a:prstGeom prst="rect">
            <a:avLst/>
          </a:prstGeom>
          <a:solidFill>
            <a:srgbClr val="141414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420000">
            <a:off x="7269251" y="2240280"/>
            <a:ext cx="4114800" cy="2560320"/>
          </a:xfrm>
          <a:prstGeom prst="rect">
            <a:avLst/>
          </a:prstGeom>
          <a:solidFill>
            <a:srgbClr val="1E1E1E"/>
          </a:solidFill>
          <a:ln w="254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371" y="2148840"/>
            <a:ext cx="4114800" cy="2560320"/>
          </a:xfrm>
          <a:prstGeom prst="rect">
            <a:avLst/>
          </a:prstGeom>
          <a:solidFill>
            <a:srgbClr val="000000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251" y="2240280"/>
            <a:ext cx="1371600" cy="274320"/>
          </a:xfrm>
          <a:prstGeom prst="rect">
            <a:avLst/>
          </a:prstGeom>
          <a:solid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 Black"/>
              </a:rPr>
              <a:t>MINDSET #001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251" y="2286000"/>
            <a:ext cx="1097280" cy="2286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4971" y="22860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 Black"/>
              </a:rPr>
              <a:t>MINDSET #001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091" y="2286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0C0C0"/>
                </a:solidFill>
                <a:latin typeface="Arial"/>
              </a:rPr>
              <a:t>•••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691" y="26974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urier New"/>
              </a:rPr>
              <a:t>"YOU CAN HAVE MORE THAN YOU'VE GOT BECAUSE YOU CAN BECOME MORE THAN YOU ARE."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691" y="4160520"/>
            <a:ext cx="274320" cy="27432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691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JR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451" y="4160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0C0"/>
                </a:solidFill>
                <a:latin typeface="Arial"/>
              </a:rPr>
              <a:t>JIM ROHN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